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Trae SOLO PPTX 预览测试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这是一个测试幻灯片，用于验证 PPTX 格式的预览能力。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2026-04-17T17:48:17Z</dcterms:created>
  <dcterms:modified xsi:type="dcterms:W3CDTF">2026-04-17T17:48:17Z</dcterms:modified>
</cp:coreProperties>
</file>