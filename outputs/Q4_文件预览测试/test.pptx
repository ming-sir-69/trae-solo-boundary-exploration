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Trae SOLO 文件预览测试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PPT 格式预览能力验证</a:t>
            </a:r>
          </a:p>
          <a:p>
            <a:r>
              <a:t>2026-04-18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测试文件清单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本次测试共包含 22 种文件格式：</a:t>
            </a:r>
          </a:p>
          <a:p>
            <a:pPr/>
            <a:r>
              <a:t>本地创建文件（12个）：HTML, MD, JSON, CSV, TXT, XML, YAML, PY, JS, TS, LOG, SVG</a:t>
            </a:r>
          </a:p>
          <a:p>
            <a:pPr/>
            <a:r>
              <a:t>脚本生成文件（4个）：PDF, DOCX, PPTX, XLSX</a:t>
            </a:r>
          </a:p>
          <a:p>
            <a:pPr/>
            <a:r>
              <a:t>AI 生成文件（2个）：PNG, JPG</a:t>
            </a:r>
          </a:p>
          <a:p>
            <a:pPr/>
            <a:r>
              <a:t>网络下载文件（4个）：GIF, WEBP, MP4, MP3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格式支持矩阵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09728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609600">
                <a:tc>
                  <a:txBody>
                    <a:bodyPr/>
                    <a:lstStyle/>
                    <a:p>
                      <a:r>
                        <a:t>类别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格式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扩展名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预览支持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文本类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HTML / Markdown / JSON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.html .md .json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是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表格类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CSV / Excel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.csv .xlsx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是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文档类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PDF / Word / PPT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.pdf .docx .pptx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是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图片类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PNG / JPG / GIF / WEBP / SVG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.png .jpg .gif .webp .svg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是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媒体类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MP4 / MP3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.mp4 .mp3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待验证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