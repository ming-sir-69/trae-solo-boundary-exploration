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用户反馈运营分析报告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59E0B"/>
                </a:solidFill>
              </a:defRPr>
            </a:pPr>
            <a:r>
              <a:t>2026年第一季度（1月-4月）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运营部 | 2026-04-18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40A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01  数据概览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02  反馈类型分布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03  月度趋势分析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5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04  用户等级分析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05  Top 10 高频问题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06  处理状态统计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39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07  改进建议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40AF"/>
                </a:solidFill>
              </a:defRPr>
            </a:pPr>
            <a:r>
              <a:t>01 数据概览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286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40AF"/>
                </a:solidFill>
              </a:defRPr>
            </a:pPr>
            <a:r>
              <a:t>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总反馈数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45920"/>
            <a:ext cx="2286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40AF"/>
                </a:solidFill>
              </a:defRPr>
            </a:pPr>
            <a: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功能建议占比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2286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40AF"/>
                </a:solidFill>
              </a:defRPr>
            </a:pPr>
            <a:r>
              <a:t>72%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处理完成率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645920"/>
            <a:ext cx="2286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40A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负责团队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本季度共收到用户反馈200条，其中功能建议类占比最高（35%），其次是体验优化（30%）和Bug报告（25%）。</a:t>
            </a:r>
            <a:br/>
            <a:r>
              <a:t>目前已处理完成72%的反馈，剩余28%正在处理或待分配。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40AF"/>
                </a:solidFill>
              </a:defRPr>
            </a:pPr>
            <a:r>
              <a:t>02 反馈类型分布</a:t>
            </a:r>
          </a:p>
        </p:txBody>
      </p:sp>
      <p:pic>
        <p:nvPicPr>
          <p:cNvPr id="3" name="Picture 2" descr="chart_m3_feedback_type_960x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功能建议和体验优化类反馈合计占比65%，说明用户对产品功能完善和体验提升有强烈需求。</a:t>
            </a:r>
            <a:br/>
            <a:r>
              <a:t>Bug报告占25%，需重点关注系统稳定性。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40AF"/>
                </a:solidFill>
              </a:defRPr>
            </a:pPr>
            <a:r>
              <a:t>03 月度趋势分析</a:t>
            </a:r>
          </a:p>
        </p:txBody>
      </p:sp>
      <p:pic>
        <p:nvPicPr>
          <p:cNvPr id="3" name="Picture 2" descr="chart_m3_monthly_trend_960x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反馈量呈逐月上升趋势，4月达到峰值55条。6月预计达到62条。</a:t>
            </a:r>
            <a:br/>
            <a:r>
              <a:t>建议增加客服人力投入，优化工单处理流程。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40AF"/>
                </a:solidFill>
              </a:defRPr>
            </a:pPr>
            <a:r>
              <a:t>04 用户等级分析</a:t>
            </a:r>
          </a:p>
        </p:txBody>
      </p:sp>
      <p:pic>
        <p:nvPicPr>
          <p:cNvPr id="3" name="Picture 2" descr="chart_m3_user_level_960x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普通用户反馈最多（60条），但铂金用户人均反馈量最高。</a:t>
            </a:r>
            <a:br/>
            <a:r>
              <a:t>建议针对高等级用户建立专属反馈通道，提升满意度。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40AF"/>
                </a:solidFill>
              </a:defRPr>
            </a:pPr>
            <a:r>
              <a:t>05 Top 10 高频问题</a:t>
            </a:r>
          </a:p>
        </p:txBody>
      </p:sp>
      <p:pic>
        <p:nvPicPr>
          <p:cNvPr id="3" name="Picture 2" descr="chart_m3_top10_issues_960x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「深色模式」和「页面白屏」是最集中的两个问题，建议纳入下个迭代优先处理。</a:t>
            </a:r>
            <a:br/>
            <a:r>
              <a:t>批量导出和数据对比功能需求强烈，可作为产品规划参考。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40AF"/>
                </a:solidFill>
              </a:defRPr>
            </a:pPr>
            <a:r>
              <a:t>06 改进建议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</a:defRPr>
            </a:pPr>
            <a:r>
              <a:t>短期（1-2周）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修复页面白屏Bug，优化搜索功能响应速度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</a:defRPr>
            </a:pPr>
            <a:r>
              <a:t>中期（1个月）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开发深色模式，支持批量导出功能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</a:defRPr>
            </a:pPr>
            <a:r>
              <a:t>长期（季度）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建立用户反馈闭环机制，提升处理效率至90%以上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212080"/>
            <a:ext cx="10058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</a:defRPr>
            </a:pPr>
            <a:r>
              <a:t>持续优化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完善帮助文档，优化新用户引导流程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