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-3-4.wav" ContentType="audio/wav"/>
  <Override PartName="/ppt/media/media-4-3.wav" ContentType="audio/wav"/>
  <Override PartName="/ppt/media/media-5-1.wav" ContentType="audio/wav"/>
  <Override PartName="/ppt/media/media-6-3.wav" ContentType="audio/wav"/>
  <Override PartName="/ppt/media/media-7-2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 MTC 模式下将手写销售记录整理成 Excel 的实战场景。咖啡店兼职大学生通过 Trae SOLO 的 MTC 模式，自动识别手写便签并生成结构化 Excel。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目录页：展示手写记录整理成 Excel 的四个步骤 - OCR识别、数据整理、Excel生成、趋势图。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手写样本页：展示 Skill(xlsx) 如何自动识别 7 张手写便签，提取 42 条销售记录。右侧嵌入 2 张便签样本图片。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执行过程页：展示 MTC 模式下 Skill(xlsx) 和 Skill(chart-visualization) 的完整调用流程。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产出页：展示 Skill(xlsx) 生成的销售汇总表格，包含 6 种咖啡的销量、销售额和占比数据。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趋势图页：展示 Skill(chart-visualization) 生成的销售量柱状图和 7 天趋势折线图，以及关键数据洞察。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MTC 强项总结页：展示 MTC 模式在手写记录整理场景下的效率提升（24倍）和核心能力标签，包含雷达图展示综合能力。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audio" Target="../media/media-3-4.wav"/><Relationship Id="rId5" Type="http://schemas.microsoft.com/office/2007/relationships/media" Target="../media/media-3-4.wav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gif"/><Relationship Id="rId3" Type="http://schemas.openxmlformats.org/officeDocument/2006/relationships/audio" Target="../media/media-4-3.wav"/><Relationship Id="rId4" Type="http://schemas.microsoft.com/office/2007/relationships/media" Target="../media/media-4-3.wav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../scenes/scene_m1_sales.xlsx" TargetMode="External"/><Relationship Id="rId2" Type="http://schemas.openxmlformats.org/officeDocument/2006/relationships/audio" Target="../media/media-5-1.wav"/><Relationship Id="rId3" Type="http://schemas.microsoft.com/office/2007/relationships/media" Target="../media/media-5-1.wav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audio" Target="../media/media-6-3.wav"/><Relationship Id="rId4" Type="http://schemas.microsoft.com/office/2007/relationships/media" Target="../media/media-6-3.wav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audio" Target="../media/media-7-2.wav"/><Relationship Id="rId3" Type="http://schemas.microsoft.com/office/2007/relationships/media" Target="../media/media-7-2.wav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560320"/>
          </a:xfrm>
          <a:prstGeom prst="rect">
            <a:avLst>
              <a:gd name="adj" fmla="val 5357"/>
            </a:avLst>
          </a:prstGeom>
          <a:solidFill>
            <a:srgbClr val="0F172A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5544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模式实战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2103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手写记录整理成 Excel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80" y="31089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服务业 / 咖啡店兼职大学生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3931920"/>
            <a:ext cx="146304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场景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步完成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识别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Skill(xlsx) 自动识别手写便签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数据整理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结构化提取品名、销量、金额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生成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自动创建带公式的汇总表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1828800" cy="292608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554480"/>
            <a:ext cx="548640" cy="457200"/>
          </a:xfrm>
          <a:prstGeom prst="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趋势图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chart-visualization 生成可视化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手写便签样本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754880" cy="2651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657600"/>
            <a:ext cx="4754880" cy="27432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Skill(xlsx) 调用：加载手写数据 → OCR 识别 → 结构化提取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0" y="914400"/>
            <a:ext cx="3474720" cy="3017520"/>
          </a:xfrm>
          <a:prstGeom prst="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便签样本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1463040" cy="10972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463040" cy="10972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便签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13232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 便签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48640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7 张手写便签（4/12 - 4/18）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条销售记录自动提取</a:t>
            </a:r>
            <a:endParaRPr lang="en-US" sz="1000" dirty="0"/>
          </a:p>
        </p:txBody>
      </p:sp>
      <p:pic>
        <p:nvPicPr>
          <p:cNvPr id="6" name="Media 0">
            <a:hlinkClick r:id="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调用过程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02-03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97680" cy="2423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3383280"/>
            <a:ext cx="4297680" cy="27432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Skill(xlsx) - OCR 识别 + 数据整理 + Excel 生成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97680" cy="2423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3383280"/>
            <a:ext cx="4297680" cy="27432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75488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Skill(chart-visualization) - 柱状图 + 折线图生成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" y="3840480"/>
            <a:ext cx="859536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模式调用链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251960"/>
            <a:ext cx="1280160" cy="32004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上传便签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73736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011680" y="4251960"/>
            <a:ext cx="1280160" cy="32004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19" name="Text 15"/>
          <p:cNvSpPr/>
          <p:nvPr/>
        </p:nvSpPr>
        <p:spPr>
          <a:xfrm>
            <a:off x="201168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Skill(xlsx)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29184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566160" y="4251960"/>
            <a:ext cx="1280160" cy="32004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2" name="Text 18"/>
          <p:cNvSpPr/>
          <p:nvPr/>
        </p:nvSpPr>
        <p:spPr>
          <a:xfrm>
            <a:off x="356616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识别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4632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120640" y="4251960"/>
            <a:ext cx="1280160" cy="32004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5" name="Text 21"/>
          <p:cNvSpPr/>
          <p:nvPr/>
        </p:nvSpPr>
        <p:spPr>
          <a:xfrm>
            <a:off x="512064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Excel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80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675120" y="4251960"/>
            <a:ext cx="1280160" cy="32004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8" name="Text 24"/>
          <p:cNvSpPr/>
          <p:nvPr/>
        </p:nvSpPr>
        <p:spPr>
          <a:xfrm>
            <a:off x="667512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Skill(chart)</a:t>
            </a:r>
            <a:endParaRPr lang="en-US" sz="9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72400" y="4754880"/>
            <a:ext cx="91440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产出预览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5943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18872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总销量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总销售额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均价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销量占比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美式咖啡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1,872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28.6%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拿铁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2,508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卡布奇诺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1,869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摩卡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1,608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抹茶拿铁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1,404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9.9%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焦糖玛奇朵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1,248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10,509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005840"/>
            <a:ext cx="2194560" cy="320040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数据概览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便签数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656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张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2011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665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66560" y="2468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品名数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2926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日期范围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6656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4/12 - 4/18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3383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总销售额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10,509 元</a:t>
            </a:r>
            <a:endParaRPr lang="en-US" sz="1300" dirty="0"/>
          </a:p>
        </p:txBody>
      </p:sp>
      <p:sp>
        <p:nvSpPr>
          <p:cNvPr id="20" name="Text 17">
            <a:hlinkClick r:id="rId1" tooltip=""/>
          </p:cNvPr>
          <p:cNvSpPr/>
          <p:nvPr/>
        </p:nvSpPr>
        <p:spPr>
          <a:xfrm>
            <a:off x="676656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查看 Excel 文件 →</a:t>
            </a:r>
            <a:endParaRPr lang="en-US" sz="9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0" y="4389120"/>
            <a:ext cx="9144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Picture 23" descr="formula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2103120"/>
            <a:ext cx="2926080" cy="82637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45920" y="294777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08080"/>
                </a:solidFill>
              </a:defRPr>
            </a:pPr>
            <a:r>
              <a:t>Revenue=总销售额, Pᵢ=第i个商品单价, Qᵢ=第i个商品销量, n=商品种类数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7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20624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337560"/>
            <a:ext cx="4206240" cy="27432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各品名销售量柱状图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3337560"/>
            <a:ext cx="4206240" cy="27432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75488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天销售趋势折线图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3840480"/>
            <a:ext cx="859536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美式咖啡销量最高（156杯），周末销量明显上升。拿铁虽销量第二但贡献最高销售额（2,508元），建议优化拿铁的促销策略。</a:t>
            </a:r>
            <a:endParaRPr lang="en-US" sz="10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72400" y="4754880"/>
            <a:ext cx="91440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Picture 18" descr="formula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206240"/>
            <a:ext cx="2286000" cy="5898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48143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08080"/>
                </a:solidFill>
              </a:defRPr>
            </a:pPr>
            <a:r>
              <a:t>Sᵢ=第i个商品销量占比(%), Qᵢ=第i个商品销量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模式能力总结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32004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核心强项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73736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Skill(xlsx) 智能表格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73736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Skill(chart) 数据可视化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手写识别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24028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多格式文件处理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1737360" cy="36576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一键生成报表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743200"/>
            <a:ext cx="1737360" cy="365760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数据洞察分析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023360" cy="32004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效率对比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手动整理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011680"/>
            <a:ext cx="3474720" cy="320040"/>
          </a:xfrm>
          <a:prstGeom prst="rect">
            <a:avLst>
              <a:gd name="adj" fmla="val 14286"/>
            </a:avLst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11680"/>
            <a:ext cx="3474720" cy="320040"/>
          </a:xfrm>
          <a:prstGeom prst="rect">
            <a:avLst>
              <a:gd name="adj" fmla="val 14286"/>
            </a:avLst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2 小时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MTC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743200"/>
            <a:ext cx="3474720" cy="320040"/>
          </a:xfrm>
          <a:prstGeom prst="rect">
            <a:avLst>
              <a:gd name="adj" fmla="val 14286"/>
            </a:avLst>
          </a:prstGeom>
          <a:solidFill>
            <a:srgbClr val="334155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43200"/>
            <a:ext cx="347472" cy="320040"/>
          </a:xfrm>
          <a:prstGeom prst="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5 分钟（提升 24x）</a:t>
            </a:r>
            <a:endParaRPr lang="en-US" sz="12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200400"/>
            <a:ext cx="3291840" cy="9144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65760" y="4480560"/>
            <a:ext cx="8412480" cy="4572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44988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模式适合：需要处理非结构化数据（手写/图片/扫描件）、快速生成报表、数据可视化分析的任务场景。</a:t>
            </a:r>
            <a:endParaRPr lang="en-US" sz="11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0" y="4937760"/>
            <a:ext cx="914400" cy="182880"/>
          </a:xfrm>
          <a:prstGeom prst="rect">
            <a:avLst/>
          </a:prstGeom>
        </p:spPr>
      </p:pic>
      <p:pic>
        <p:nvPicPr>
          <p:cNvPr id="33" name="Picture 32" descr="formula_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315968"/>
            <a:ext cx="2560320" cy="6024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0" y="48508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808080"/>
                </a:solidFill>
              </a:defRPr>
            </a:pPr>
            <a:r>
              <a:t>Q̂ₜ₊₁=下周预测销量, m=窗口大小(3周), Qₜ=本周实际销量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MTC 模式实战：手写记录整理成 Excel</dc:title>
  <dc:subject>PptxGenJS Presentation</dc:subject>
  <dc:creator>Trae SOLO</dc:creator>
  <cp:lastModifiedBy>Trae SOLO</cp:lastModifiedBy>
  <cp:revision>1</cp:revision>
  <dcterms:created xsi:type="dcterms:W3CDTF">2026-04-17T19:05:01Z</dcterms:created>
  <dcterms:modified xsi:type="dcterms:W3CDTF">2026-04-17T19:05:01Z</dcterms:modified>
</cp:coreProperties>
</file>