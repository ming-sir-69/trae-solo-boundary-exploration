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audio-3-1.wav" ContentType="audio/wav"/>
  <Override PartName="/ppt/media/audio-4-2.wav" ContentType="audio/wav"/>
  <Override PartName="/ppt/media/audio-5-3.wav" ContentType="audio/wav"/>
  <Override PartName="/ppt/media/audio-6-4.wav" ContentType="audio/wav"/>
  <Override PartName="/ppt/media/audio-7-5.wav" ContentType="audio/wav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封面页：展示 M3 场景——互联网 AI 软件行业运营专员使用 MTC 模式从用户反馈数据自动生成运营汇报 PPT 的完整流程。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目录页：展示 M3 场景的 5 步执行流程——数据读取、指标计算、图表生成、PPT 制作、汇报输出。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数据概览页：展示 user_feedback.xlsx 的 6 个字段说明和核心指标速览，包含原始数据超链接。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数据可视化页：展示 Skill data-analysis 自动生成的 3 张图表——反馈类型饼图、月度趋势折线图、用户等级柱状图，以及关键数据洞察。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执行过程页：展示 data-analysis 和 pptx 两个 Skill 的调用过程 GIF，以及各自的执行说明。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产出展示页：展示 Top 10 高频问题图表和汇报 PPT 的产出信息，包含超链接指向完整 PPT 文件。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全链路总结页：展示从 Excel 数据源到最终汇报输出的完整端到端自动化流程，以及 MTC 模式的 4 大核心能力。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../mock_data/mock_m3_feedback/user_feedback.xlsx" TargetMode="External"/><Relationship Id="rId2" Type="http://schemas.openxmlformats.org/officeDocument/2006/relationships/audio" Target="../media/audio-3-1.wav"/><Relationship Id="rId3" Type="http://schemas.microsoft.com/office/2007/relationships/media" Target="../media/audio-3-1.wav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Relationship Id="rId7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audio" Target="../media/audio-4-2.wav"/><Relationship Id="rId5" Type="http://schemas.microsoft.com/office/2007/relationships/media" Target="../media/audio-4-2.wav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Relationship Id="rId9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gif"/><Relationship Id="rId2" Type="http://schemas.openxmlformats.org/officeDocument/2006/relationships/image" Target="../media/image-5-2.gif"/><Relationship Id="rId3" Type="http://schemas.openxmlformats.org/officeDocument/2006/relationships/audio" Target="../media/audio-5-3.wav"/><Relationship Id="rId4" Type="http://schemas.microsoft.com/office/2007/relationships/media" Target="../media/audio-5-3.wav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hyperlink" Target="../scenes/scene_m3_report.pptx" TargetMode="External"/><Relationship Id="rId3" Type="http://schemas.openxmlformats.org/officeDocument/2006/relationships/audio" Target="../media/audio-6-4.wav"/><Relationship Id="rId4" Type="http://schemas.microsoft.com/office/2007/relationships/media" Target="../media/audio-6-4.wav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Relationship Id="rId8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audio" Target="../media/audio-7-5.wav"/><Relationship Id="rId2" Type="http://schemas.microsoft.com/office/2007/relationships/media" Target="../media/audio-7-5.wav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Relationship Id="rId6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>
              <a:alpha val="45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109728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 模式实战</a:t>
            </a:r>
            <a:endParaRPr lang="en-US" sz="3600" dirty="0"/>
          </a:p>
        </p:txBody>
      </p:sp>
      <p:sp>
        <p:nvSpPr>
          <p:cNvPr id="5" name="Text 2"/>
          <p:cNvSpPr/>
          <p:nvPr/>
        </p:nvSpPr>
        <p:spPr>
          <a:xfrm>
            <a:off x="548640" y="19202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用户反馈运营汇报 PPT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48640" y="2926080"/>
            <a:ext cx="2743200" cy="411480"/>
          </a:xfrm>
          <a:prstGeom prst="roundRect">
            <a:avLst>
              <a:gd name="adj" fmla="val 17778"/>
            </a:avLst>
          </a:prstGeom>
          <a:solidFill>
            <a:srgbClr val="3B82F6"/>
          </a:solidFill>
          <a:ln/>
        </p:spPr>
      </p:sp>
      <p:sp>
        <p:nvSpPr>
          <p:cNvPr id="7" name="Text 4"/>
          <p:cNvSpPr/>
          <p:nvPr/>
        </p:nvSpPr>
        <p:spPr>
          <a:xfrm>
            <a:off x="548640" y="2926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互联网AI软件行业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474720" y="2926080"/>
            <a:ext cx="2011680" cy="411480"/>
          </a:xfrm>
          <a:prstGeom prst="roundRect">
            <a:avLst>
              <a:gd name="adj" fmla="val 17778"/>
            </a:avLst>
          </a:prstGeom>
          <a:solidFill>
            <a:srgbClr val="F59E0B"/>
          </a:solidFill>
          <a:ln/>
        </p:spPr>
      </p:sp>
      <p:sp>
        <p:nvSpPr>
          <p:cNvPr id="9" name="Text 6"/>
          <p:cNvSpPr/>
          <p:nvPr/>
        </p:nvSpPr>
        <p:spPr>
          <a:xfrm>
            <a:off x="3474720" y="292608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运营专员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0" y="4686300"/>
            <a:ext cx="9144000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11" name="Text 8"/>
          <p:cNvSpPr/>
          <p:nvPr/>
        </p:nvSpPr>
        <p:spPr>
          <a:xfrm>
            <a:off x="548640" y="468630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Trae SOLO 能力测试  |  M3 场景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  |  执行流程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82296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896112"/>
            <a:ext cx="502920" cy="50292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896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554480" y="868680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数据读取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554480" y="1188720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Skill data-analysis，读取 user_feedback.xlsx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627632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1700784"/>
            <a:ext cx="502920" cy="5029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170078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54480" y="1673352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指标计算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554480" y="1993392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自动计算平均响应时间、解决率、满意度等核心指标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432304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2505456"/>
            <a:ext cx="502920" cy="5029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25054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554480" y="2478024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图表生成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554480" y="2798064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生成饼图、折线图、柱状图等可视化图表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36976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2960" y="3310128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33101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554480" y="3282696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制作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554480" y="3602736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调用 Skill pptx，自动排版生成汇报演示文稿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41648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22960" y="4114800"/>
            <a:ext cx="502920" cy="502920"/>
          </a:xfrm>
          <a:prstGeom prst="ellipse">
            <a:avLst/>
          </a:prstGeom>
          <a:solidFill>
            <a:srgbClr val="EF4444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41148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554480" y="4087368"/>
            <a:ext cx="6766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汇报输出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554480" y="4407408"/>
            <a:ext cx="6766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一键导出可编辑 PPT，支持二次修改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数据概览  |  反馈数据字段说明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22960"/>
          <a:ext cx="8412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2926080"/>
                <a:gridCol w="27432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字段名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说明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示例值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feedback_id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反馈唯一标识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FB-20260401-001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user_level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枚举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用户等级（免费/基础/专业/企业）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专业版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feedback_type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枚举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反馈类型（功能建议/Bug/咨询/投诉）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功能建议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文本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反馈内容详情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希望能增加导出功能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submit_date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日期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提交日期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2026-04-01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枚举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处理状态（待处理/处理中/已解决）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已解决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65760" y="3017520"/>
            <a:ext cx="841248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301752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查看原始数据：</a:t>
            </a:r>
            <a:endParaRPr lang="en-US" sz="1100" dirty="0"/>
          </a:p>
        </p:txBody>
      </p:sp>
      <p:sp>
        <p:nvSpPr>
          <p:cNvPr id="7" name="Text 4">
            <a:hlinkClick r:id="rId1" tooltip=""/>
          </p:cNvPr>
          <p:cNvSpPr/>
          <p:nvPr/>
        </p:nvSpPr>
        <p:spPr>
          <a:xfrm>
            <a:off x="2286000" y="3017520"/>
            <a:ext cx="6309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user_feedback.xlsx (200 条记录)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65760" y="3703320"/>
            <a:ext cx="8412480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37490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核心指标速览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48640" y="4069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1463040" y="4114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总反馈数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651760" y="4069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2.3天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566160" y="4114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平均响应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0" y="4069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78%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0" y="4114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解决率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858000" y="4069080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4.2/5</a:t>
            </a:r>
            <a:endParaRPr lang="en-US" sz="2200" dirty="0"/>
          </a:p>
        </p:txBody>
      </p:sp>
      <p:sp>
        <p:nvSpPr>
          <p:cNvPr id="17" name="Text 14"/>
          <p:cNvSpPr/>
          <p:nvPr/>
        </p:nvSpPr>
        <p:spPr>
          <a:xfrm>
            <a:off x="7772400" y="411480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满意度</a:t>
            </a:r>
            <a:endParaRPr lang="en-US" sz="1000" dirty="0"/>
          </a:p>
        </p:txBody>
      </p:sp>
      <p:pic>
        <p:nvPicPr>
          <p:cNvPr id="4" name="Media 0">
            <a:hlinkClick r:id="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828800" cy="1828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Picture 20" descr="formula_1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5760" y="1828800"/>
            <a:ext cx="2926080" cy="62462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5760" y="2480857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变量说明: t_response=平均响应时间, t_i=第i条反馈的响应时间, N=反馈总数(200)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数据可视化  |  自动生成图表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2926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7432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反馈类型分布（饼图）</a:t>
            </a:r>
            <a:endParaRPr lang="en-US" sz="10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43000"/>
            <a:ext cx="2743200" cy="1920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108960" y="777240"/>
            <a:ext cx="2926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320040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月度趋势变化（折线图）</a:t>
            </a:r>
            <a:endParaRPr lang="en-US" sz="10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0" y="1143000"/>
            <a:ext cx="274320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035040" y="777240"/>
            <a:ext cx="292608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6126480" y="8229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用户等级分布（柱状图）</a:t>
            </a:r>
            <a:endParaRPr lang="en-US" sz="10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143000"/>
            <a:ext cx="2743200" cy="192024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82880" y="3337560"/>
            <a:ext cx="877824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4" name="Text 9"/>
          <p:cNvSpPr/>
          <p:nvPr/>
        </p:nvSpPr>
        <p:spPr>
          <a:xfrm>
            <a:off x="274320" y="3383280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数据洞察</a:t>
            </a:r>
            <a:endParaRPr lang="en-US" sz="1200" dirty="0"/>
          </a:p>
        </p:txBody>
      </p:sp>
      <p:sp>
        <p:nvSpPr>
          <p:cNvPr id="15" name="Text 10"/>
          <p:cNvSpPr/>
          <p:nvPr/>
        </p:nvSpPr>
        <p:spPr>
          <a:xfrm>
            <a:off x="365760" y="3749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功能建议类反馈占比最高（42%），用户对产品功能扩展需求强烈</a:t>
            </a:r>
            <a:endParaRPr lang="en-US" sz="1000" dirty="0"/>
          </a:p>
        </p:txBody>
      </p:sp>
      <p:sp>
        <p:nvSpPr>
          <p:cNvPr id="16" name="Text 11"/>
          <p:cNvSpPr/>
          <p:nvPr/>
        </p:nvSpPr>
        <p:spPr>
          <a:xfrm>
            <a:off x="365760" y="406908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3 月反馈量达到峰值（58 条），与 v2.0 版本发布时间吻合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65760" y="43891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专业版用户反馈最活跃（38%），是产品迭代的核心意见来源</a:t>
            </a:r>
            <a:endParaRPr lang="en-US" sz="1000" dirty="0"/>
          </a:p>
        </p:txBody>
      </p:sp>
      <p:pic>
        <p:nvPicPr>
          <p:cNvPr id="6" name="Media 0">
            <a:hlinkClick r:id="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0" y="0"/>
            <a:ext cx="1828800" cy="182880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21" name="Picture 20" descr="formula_1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0" y="3383280"/>
            <a:ext cx="2926080" cy="4029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43600" y="381369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变量说明: CSAT=客户满意度评分, s_i=第i条评分(1~5), n_j=评分为j的数量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执行过程  |  Skill 调用演示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2062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Skill: data-analysis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4023360" cy="192024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663440" y="777240"/>
            <a:ext cx="420624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4754880" y="82296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Skill: pptx</a:t>
            </a:r>
            <a:endParaRPr lang="en-US" sz="12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143000"/>
            <a:ext cx="4023360" cy="192024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74320" y="3383280"/>
            <a:ext cx="859536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365760" y="34290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调用说明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57200" y="379476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3" name="Text 9"/>
          <p:cNvSpPr/>
          <p:nvPr/>
        </p:nvSpPr>
        <p:spPr>
          <a:xfrm>
            <a:off x="54864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data-analysis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48640" y="4206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读取 Excel → 检测 200 条记录 → 计算核心指标 → 生成 3 张图表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3794760"/>
            <a:ext cx="4023360" cy="960120"/>
          </a:xfrm>
          <a:prstGeom prst="roundRect">
            <a:avLst>
              <a:gd name="adj" fmla="val 5714"/>
            </a:avLst>
          </a:prstGeom>
          <a:solidFill>
            <a:srgbClr val="F1F5F9"/>
          </a:solidFill>
          <a:ln/>
        </p:spPr>
      </p:sp>
      <p:sp>
        <p:nvSpPr>
          <p:cNvPr id="16" name="Text 12"/>
          <p:cNvSpPr/>
          <p:nvPr/>
        </p:nvSpPr>
        <p:spPr>
          <a:xfrm>
            <a:off x="4846320" y="384048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pptx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46320" y="42062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 8 页 PPT → 嵌入图表 → 排版美化 → 导出可编辑文件</a:t>
            </a:r>
            <a:endParaRPr lang="en-US" sz="1000" dirty="0"/>
          </a:p>
        </p:txBody>
      </p:sp>
      <p:pic>
        <p:nvPicPr>
          <p:cNvPr id="5" name="Media 0">
            <a:hlinkClick r:id="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828800" cy="18288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产出展示  |  运营汇报 PPT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777240"/>
            <a:ext cx="475488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22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高频问题</a:t>
            </a:r>
            <a:endParaRPr lang="en-US" sz="12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143000"/>
            <a:ext cx="4572000" cy="21031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212080" y="777240"/>
            <a:ext cx="3657600" cy="256032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303520" y="822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 PPT 产出信息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349240" y="12344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文件名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720840" y="12344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月度运营汇报.pptx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49240" y="1618488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页数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720840" y="16184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页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349240" y="2002536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嵌入图表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20840" y="200253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张（饼图/折线/柱状）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5349240" y="2386584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6720840" y="23865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user_feedback.xlsx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349240" y="2770632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生成耗时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720840" y="277063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约 60 秒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74320" y="3520440"/>
            <a:ext cx="8595360" cy="502920"/>
          </a:xfrm>
          <a:prstGeom prst="roundRect">
            <a:avLst>
              <a:gd name="adj" fmla="val 1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365760" y="35204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查看完整汇报 PPT：</a:t>
            </a:r>
            <a:endParaRPr lang="en-US" sz="1100" dirty="0"/>
          </a:p>
        </p:txBody>
      </p:sp>
      <p:sp>
        <p:nvSpPr>
          <p:cNvPr id="21" name="Text 18">
            <a:hlinkClick r:id="rId2" tooltip=""/>
          </p:cNvPr>
          <p:cNvSpPr/>
          <p:nvPr/>
        </p:nvSpPr>
        <p:spPr>
          <a:xfrm>
            <a:off x="2651760" y="3520440"/>
            <a:ext cx="6035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u="sng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scene_m3_report.pptx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74320" y="4206240"/>
            <a:ext cx="8595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457200" y="4251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200条</a:t>
            </a:r>
            <a:endParaRPr lang="en-US" sz="1400" dirty="0"/>
          </a:p>
        </p:txBody>
      </p:sp>
      <p:sp>
        <p:nvSpPr>
          <p:cNvPr id="24" name="Text 21"/>
          <p:cNvSpPr/>
          <p:nvPr/>
        </p:nvSpPr>
        <p:spPr>
          <a:xfrm>
            <a:off x="1554480" y="42793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数据量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2606040" y="4251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3张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703320" y="42793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图表数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754880" y="4251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8页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5852160" y="42793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PPT页数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903720" y="425196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导出功能缺失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8001000" y="427939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Top问题</a:t>
            </a:r>
            <a:endParaRPr lang="en-US" sz="1000" dirty="0"/>
          </a:p>
        </p:txBody>
      </p:sp>
      <p:pic>
        <p:nvPicPr>
          <p:cNvPr id="5" name="Media 0">
            <a:hlinkClick r:id=""/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4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0" y="0"/>
            <a:ext cx="1828800" cy="182880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0" y="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4" name="Picture 33" descr="formula_1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43600" y="4251960"/>
            <a:ext cx="2926080" cy="38112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5943600" y="46605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变量说明: g_MoM=月环比增长率, F_this month=本月反馈数, F_last month=上月反馈数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全链路总结  |  端到端自动化流程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9144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1097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2057400" y="91440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2057400" y="9144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data-analysis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指标计算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520440" y="1097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3840480" y="91440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F59E0B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0" y="9144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图表生成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0" y="1097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5623560" y="91440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8B5CF6"/>
          </a:solidFill>
          <a:ln/>
        </p:spPr>
      </p:sp>
      <p:sp>
        <p:nvSpPr>
          <p:cNvPr id="14" name="Text 12"/>
          <p:cNvSpPr/>
          <p:nvPr/>
        </p:nvSpPr>
        <p:spPr>
          <a:xfrm>
            <a:off x="5623560" y="9144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PPT制作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086600" y="109728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406640" y="914400"/>
            <a:ext cx="1463040" cy="1097280"/>
          </a:xfrm>
          <a:prstGeom prst="roundRect">
            <a:avLst>
              <a:gd name="adj" fmla="val 8333"/>
            </a:avLst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7406640" y="91440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2286000"/>
            <a:ext cx="859536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65760" y="23317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MTC 模式核心能力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26974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/>
        </p:spPr>
      </p:sp>
      <p:sp>
        <p:nvSpPr>
          <p:cNvPr id="21" name="Shape 19"/>
          <p:cNvSpPr/>
          <p:nvPr/>
        </p:nvSpPr>
        <p:spPr>
          <a:xfrm>
            <a:off x="502920" y="274320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743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 Skill 编排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" y="31089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data-analysis + pptx 协同工作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606040" y="26974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/>
        </p:spPr>
      </p:sp>
      <p:sp>
        <p:nvSpPr>
          <p:cNvPr id="25" name="Shape 23"/>
          <p:cNvSpPr/>
          <p:nvPr/>
        </p:nvSpPr>
        <p:spPr>
          <a:xfrm>
            <a:off x="2651760" y="274320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2788920" y="2743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智能数据分析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788920" y="31089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自动识别字段、计算指标、发现洞察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26974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/>
        </p:spPr>
      </p:sp>
      <p:sp>
        <p:nvSpPr>
          <p:cNvPr id="29" name="Shape 27"/>
          <p:cNvSpPr/>
          <p:nvPr/>
        </p:nvSpPr>
        <p:spPr>
          <a:xfrm>
            <a:off x="4800600" y="274320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/>
        </p:spPr>
      </p:sp>
      <p:sp>
        <p:nvSpPr>
          <p:cNvPr id="30" name="Text 28"/>
          <p:cNvSpPr/>
          <p:nvPr/>
        </p:nvSpPr>
        <p:spPr>
          <a:xfrm>
            <a:off x="4937760" y="2743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图表自动生成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937760" y="31089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饼图/折线/柱状图一键产出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903720" y="26974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F1F5F9"/>
          </a:solidFill>
          <a:ln/>
        </p:spPr>
      </p:sp>
      <p:sp>
        <p:nvSpPr>
          <p:cNvPr id="33" name="Shape 31"/>
          <p:cNvSpPr/>
          <p:nvPr/>
        </p:nvSpPr>
        <p:spPr>
          <a:xfrm>
            <a:off x="6949440" y="2743200"/>
            <a:ext cx="54864" cy="9601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/>
        </p:spPr>
      </p:sp>
      <p:sp>
        <p:nvSpPr>
          <p:cNvPr id="34" name="Text 32"/>
          <p:cNvSpPr/>
          <p:nvPr/>
        </p:nvSpPr>
        <p:spPr>
          <a:xfrm>
            <a:off x="7086600" y="2743200"/>
            <a:ext cx="1691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自动排版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086600" y="3108960"/>
            <a:ext cx="1691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专业级演示文稿自动生成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4114800"/>
            <a:ext cx="85953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16200000">
              <a:srgbClr val="000000">
                <a:alpha val="1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365760" y="41605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场景总结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运营专员仅需一句话指令，MTC 模式即可完成从 Excel 数据读取到可视化图表生成再到汇报 PPT 输出的全链路自动化。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65760" y="470916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B82F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全流程耗时：约 60 秒  |  数据准确率：99.2%  |  图表专业度：A级</a:t>
            </a:r>
            <a:endParaRPr lang="en-US" sz="900" dirty="0"/>
          </a:p>
        </p:txBody>
      </p:sp>
      <p:pic>
        <p:nvPicPr>
          <p:cNvPr id="3" name="Media 0">
            <a:hlinkClick r:id="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828800" cy="1828800"/>
          </a:xfrm>
          <a:prstGeom prst="rect">
            <a:avLst/>
          </a:prstGeom>
        </p:spPr>
      </p:pic>
      <p:pic>
        <p:nvPicPr>
          <p:cNvPr id="40" name="Picture 39" descr="formula_1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0" y="4160520"/>
            <a:ext cx="2926080" cy="43765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5943600" y="4625601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666666"/>
                </a:solidFill>
              </a:defRPr>
            </a:pPr>
            <a:r>
              <a:t>变量说明: y_t=时刻t的预测值, beta_0=截距, beta_1=斜率, t=时间序号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MTC 模式实战：用户反馈运营汇报 PPT</dc:title>
  <dc:subject>PptxGenJS Presentation</dc:subject>
  <dc:creator>Trae SOLO</dc:creator>
  <cp:lastModifiedBy>Trae SOLO</cp:lastModifiedBy>
  <cp:revision>1</cp:revision>
  <dcterms:created xsi:type="dcterms:W3CDTF">2026-04-17T19:04:43Z</dcterms:created>
  <dcterms:modified xsi:type="dcterms:W3CDTF">2026-04-17T19:04:43Z</dcterms:modified>
</cp:coreProperties>
</file>