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file:///Users/eric-mingle-69/Documents/trae%20solo/item_fille/trae%20solo%E8%83%BD%E5%8A%9B%E6%B5%8B%E8%AF%95/outputs/ppt_assets/mock_data/mock_c1_products/products.js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hyperlink" Target="file:///Users/eric-mingle-69/Documents/trae%20solo/item_fille/trae%20solo%E8%83%BD%E5%8A%9B%E6%B5%8B%E8%AF%95/outputs/ppt_assets/mock_data/mock_c1_products/products.js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../mock_data/mock_c1_products/products.js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 超链接方案测试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 file:// 超链接方案对比验证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测试文件: products.json | 目标路径: ppt_assets/mock_data/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三种超链接方案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file:// + ppaction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file:///Users/.../products.json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action="ppaction://hlinkfile"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当前方案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已验证失败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7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file:// 纯URL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file:///Users/.../products.json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action 属性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待验证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Office 可能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file:// 当网页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EF3E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相对路径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../mock_data/mock_c1_products/products.json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file:// 前缀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action 属性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待验证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推荐方案二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A 测试: file:// + ppaction://hlinkfile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XML: &lt;a:hlinkClick r:id="rId1" action="ppaction://hlinkfile" tooltip=""/&gt;</a:t>
            </a:r>
            <a:endParaRPr lang="en-US" sz="1200" dirty="0"/>
          </a:p>
        </p:txBody>
      </p:sp>
      <p:sp>
        <p:nvSpPr>
          <p:cNvPr id="5" name="Text 3">
            <a:hlinkClick r:id="rId1" action="ppaction://hlinkfile" tooltip=""/>
          </p:cNvPr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⬇️ 点击此处测试方案 A（file:// + ppaction）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file:///Users/eric-mingle-69/Documents/trae%20solo/item_fille/trae%20solo%E8%83%BD%E5%8A%9B%E6%B5%8B%E8%AF%95/outputs/ppt_assets/mock_data/mock_c1_products/products.json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7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B 测试: file:// 纯URL（无 action 属性）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E6F4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XML: &lt;a:hlinkClick r:id="rId1" tooltip=""/&gt;  （无 action 属性）</a:t>
            </a:r>
            <a:endParaRPr lang="en-US" sz="1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⬇️ 点击此处测试方案 B（file:// 纯URL）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file:///Users/eric-mingle-69/Documents/trae%20solo/item_fille/trae%20solo%E8%83%BD%E5%8A%9B%E6%B5%8B%E8%AF%95/outputs/ppt_assets/mock_data/mock_c1_products/products.json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C 测试: 相对路径（无 file://、无 action）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E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XML: &lt;a:hlinkClick r:id="rId1" tooltip=""/&gt;  （Target 为相对路径）</a:t>
            </a:r>
            <a:endParaRPr lang="en-US" sz="1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⬇️ 点击此处测试方案 C（相对路径）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../mock_data/mock_c1_products/products.json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验证结果记录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请在下方手动填写每个方案的测试结果：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22860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37160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格式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备注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file:// + ppaction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32F2F"/>
                          </a:solidFill>
                        </a:rPr>
                        <a:t>❌ 失败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"此网站的地址无效"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file:// 纯URL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相对路径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2026-04-18T03:18:25Z</dcterms:created>
  <dcterms:modified xsi:type="dcterms:W3CDTF">2026-04-18T03:18:25Z</dcterms:modified>
</cp:coreProperties>
</file>