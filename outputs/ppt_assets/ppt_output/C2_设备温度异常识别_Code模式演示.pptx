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-3-1.wav" ContentType="audio/wav"/>
  <Override PartName="/ppt/media/media-4-3.wav" ContentType="audio/wav"/>
  <Override PartName="/ppt/media/media-5-1.wav" ContentType="audio/wav"/>
  <Override PartName="/ppt/media/media-6-2.wav" ContentType="audio/wav"/>
  <Override PartName="/ppt/media/media-7-1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封面页：展示本次 Code 模式实战的主题——设备温度异常识别。场景为生产制造业，角色为车间设备维修工。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目录页：本次演示分为4个步骤——CSV分析、脚本编写、运行验证、报警输出。每一步都由 Trae SOLO 在 Code 模式下自动完成。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数据结构页：展示 device_logs.csv 的列说明（设备ID、时间戳、主轴温度、环境温度、状态），以及数据统计：5760条记录、20台设备、24小时采集周期。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执行过程页：左侧展示 Read 工具读取 CSV 的过程，右侧展示 Grep 工具按温度阈值筛选异常记录的过程。共发现 127 条超温记录，涉及 5 台设备。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脚本逻辑页：展示报警清单表格，包含5台异常设备的异常次数、最高温度和维修状态。底部显示核心筛选逻辑代码片段。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运行结果页：展示设备温度异常分布图表，右侧显示统计摘要（5台异常设备、127条超温记录）。底部给出维修建议。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能力总结页：展示效率对比——传统方式需要2小时，Trae SOLO仅需5分钟，效率提升24倍。底部列出本次使用的4种核心工具。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../mock_data/mock_c2_logs/device_logs.csv" TargetMode="External"/><Relationship Id="rId2" Type="http://schemas.openxmlformats.org/officeDocument/2006/relationships/audio" Target="../media/media-3-1.wav"/><Relationship Id="rId3" Type="http://schemas.microsoft.com/office/2007/relationships/media" Target="../media/media-3-1.wav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gif"/><Relationship Id="rId3" Type="http://schemas.openxmlformats.org/officeDocument/2006/relationships/audio" Target="../media/media-4-3.wav"/><Relationship Id="rId4" Type="http://schemas.microsoft.com/office/2007/relationships/media" Target="../media/media-4-3.wav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audio" Target="../media/media-5-1.wav"/><Relationship Id="rId2" Type="http://schemas.microsoft.com/office/2007/relationships/media" Target="../media/media-5-1.wav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audio" Target="../media/media-6-2.wav"/><Relationship Id="rId3" Type="http://schemas.microsoft.com/office/2007/relationships/media" Target="../media/media-6-2.wav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../media/media-7-1.wav"/><Relationship Id="rId2" Type="http://schemas.microsoft.com/office/2007/relationships/media" Target="../media/media-7-1.wav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模式实战：设备温度异常识别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生产制造业 / 车间设备维修工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CSV分析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读取设备日志数据文件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6517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脚本编写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8892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温度阈值筛选与报警逻辑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754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运行验证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9204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执行脚本并检查输出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8580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报警输出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9516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生成异常设备清单与图表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数据结构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列说明（device_logs.csv）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6459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示例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device_id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设备编号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CNC-001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timestamp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采集时间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2026-04-17 00:00:00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spindle_temp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主轴温度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67.8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ambient_temp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环境温度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设备状态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4747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5,760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总记录数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34747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0040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20040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设备数量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852160" y="34747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85216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2200" dirty="0"/>
          </a:p>
        </p:txBody>
      </p:sp>
      <p:sp>
        <p:nvSpPr>
          <p:cNvPr id="15" name="Text 11">
            <a:hlinkClick r:id="rId1" tooltip=""/>
          </p:cNvPr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数据源: device_logs.csv</a:t>
            </a:r>
            <a:endParaRPr lang="en-US" sz="11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0" y="296303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N_alert=异常记录数(127), N_total=总记录数(5760), R_anomaly=异常率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数据源: device_logs.csv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560320"/>
            <a:ext cx="3200400" cy="3752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0" y="296303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N_alert=异常记录数(127), N_total=总记录数(5760), R_anomaly=异常率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执行过程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Read 读取 CSV 数据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2148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Grep 搜索异常记录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21488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365760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/>
        </p:spPr>
      </p:sp>
      <p:sp>
        <p:nvSpPr>
          <p:cNvPr id="9" name="Text 4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先用 Read 工具读取 5760 条设备日志，再用 Grep 工具按温度阈值 &gt;85°C 筛选出 127 条异常记录，涉及 5 台设备</a:t>
            </a:r>
            <a:endParaRPr lang="en-US" sz="1100" dirty="0"/>
          </a:p>
        </p:txBody>
      </p:sp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脚本逻辑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报警清单（阈值 &gt;85°C）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01168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设备ID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异常次数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最高温度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CNC-003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89.7°C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需维修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CNC-007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88.2°C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需维修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CNC-012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89.3°C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需关注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CNC-015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87.8°C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需关注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CNC-019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86.9°C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观察中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核心逻辑: for row in csv.DictReader(f): if float(row['spindle_temp']) &gt; 85: alerts[device_id].append(row)</a:t>
            </a:r>
            <a:endParaRPr lang="en-US" sz="10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3014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T=设备温度, T_threshold=报警阈值(85°C), A(T)=报警触发函数(0或1)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606040"/>
            <a:ext cx="3200400" cy="380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3014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T=设备温度, T_threshold=报警阈值(85°C), A(T)=报警触发函数(0或1)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运行结果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设备温度异常分布图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852160" y="128016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52160" y="1325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8521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异常设备数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852160" y="256032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5216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585216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超温记录总数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29768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CNC-003 和 CNC-007 温度最高，建议优先安排维修检查</a:t>
            </a:r>
            <a:endParaRPr lang="en-US" sz="11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44831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MA_t=时刻t的移动平均值, k=窗口大小(5), T_t=时刻t的温度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749039"/>
            <a:ext cx="2743200" cy="7067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0" y="44831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MA_t=时刻t的移动平均值, k=窗口大小(5), T_t=时刻t的温度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能力总结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小时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手动导出Excel + 筛选 + 排序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937760" y="10972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分钟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自动读取 + 筛选 + 报警输出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0" y="32004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效率提升 24 倍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数据读取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651760" y="39319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5176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5176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异常记录搜索</a:t>
            </a:r>
            <a:endParaRPr lang="en-US" sz="9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4754880"/>
            <a:ext cx="137160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0" y="35169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T̂_(t+1)=下一时刻预测温度, α=平滑系数(0~1), T_t=当前实际温度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931920"/>
            <a:ext cx="1920240" cy="731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5020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</a:defRPr>
            </a:pPr>
            <a:r>
              <a:t>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51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脚本代码生成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931920"/>
            <a:ext cx="1920240" cy="731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95020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</a:defRPr>
            </a:pPr>
            <a:r>
              <a:t>RunCommand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51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脚本执行验证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246120"/>
            <a:ext cx="3200400" cy="2433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0" y="35169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T̂_(t+1)=下一时刻预测温度, α=平滑系数(0~1), T_t=当前实际温度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2026-04-17T19:05:34Z</dcterms:created>
  <dcterms:modified xsi:type="dcterms:W3CDTF">2026-04-17T19:05:34Z</dcterms:modified>
</cp:coreProperties>
</file>