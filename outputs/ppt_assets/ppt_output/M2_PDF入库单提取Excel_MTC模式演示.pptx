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udio-3-1.wav" ContentType="audio/wav"/>
  <Override PartName="/ppt/media/audio-4-2.wav" ContentType="audio/wav"/>
  <Override PartName="/ppt/media/audio-5-3.wav" ContentType="audio/wav"/>
  <Override PartName="/ppt/media/audio-6-4.wav" ContentType="audio/wav"/>
  <Override PartName="/ppt/media/audio-7-5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 M2 场景——生产制造业仓库管理员使用 MTC 模式将 PDF 入库单批量提取到 Excel 的完整流程。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目录页：展示 M2 场景的 4 步执行流程——PDF 解析、字段提取、模板填充、校验标记。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样本与模板页：展示 Skill pdf 的调用过程 GIF，以及输入 PDF 文件和输出 Excel 模板的说明。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执行过程页：展示 Skill pdf 解析和 MCP 浏览器操作的协同过程，包含两个 GIF 演示和 MCP 操作流程说明。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提取结果页：展示从 3 份 PDF 入库单中提取的数据表格，包含物料编号、名称、规格、数量、批次号和校验状态。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校验规则页：展示 5 条自动校验规则和异常标记示例，说明 MTC 模式如何保障数据质量。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MTC 强项页：总结 M2 场景中 MTC 模式展现的 6 大核心能力，包括 Skill 调用、MCP 集成、批量处理等。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audio" Target="../media/audio-3-1.wav"/><Relationship Id="rId3" Type="http://schemas.microsoft.com/office/2007/relationships/media" Target="../media/audio-3-1.wav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gif"/><Relationship Id="rId3" Type="http://schemas.openxmlformats.org/officeDocument/2006/relationships/audio" Target="../media/audio-4-2.wav"/><Relationship Id="rId4" Type="http://schemas.microsoft.com/office/2007/relationships/media" Target="../media/audio-4-2.wav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../scenes/scene_m2_inventory.xlsx" TargetMode="External"/><Relationship Id="rId2" Type="http://schemas.openxmlformats.org/officeDocument/2006/relationships/audio" Target="../media/audio-5-3.wav"/><Relationship Id="rId3" Type="http://schemas.microsoft.com/office/2007/relationships/media" Target="../media/audio-5-3.wav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Relationship Id="rId7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audio" Target="../media/audio-6-4.wav"/><Relationship Id="rId2" Type="http://schemas.microsoft.com/office/2007/relationships/media" Target="../media/audio-6-4.wav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../media/audio-7-5.wav"/><Relationship Id="rId2" Type="http://schemas.microsoft.com/office/2007/relationships/media" Target="../media/audio-7-5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模式实战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入库单提取到 Excel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生产制造业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2926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仓库管理员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6863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能力测试  |  M2 场景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 |  执行流程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43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078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解析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44475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Skill pdf，批量读取入库单 PDF 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0391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字段提取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40487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自动识别物料编号、名称、规格、数量、批次号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9992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模板填充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3649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将提取数据写入标准 Excel 模板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9593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校验标记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3251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自动校验数据完整性，标记异常项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样本与模板  |  Skill pdf 调用演示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754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pdf 调用演示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5720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822960"/>
            <a:ext cx="34747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94960" y="868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/ 输出说明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40680" y="13258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1325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输入文件：3 份 PDF 入库单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40680" y="182880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供应商：华芯电子 / 精密模具 / 鼎盛材料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233172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553212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提取字段：物料编号 / 名称 / 规格 / 数量 / 批次号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40680" y="283464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输出格式：标准 Excel 模板 (.xlsx)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70332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样本文件列表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入库单_供应商华_华芯电子.pdf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832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入库单_供应商精_精密模具.pdf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入库单_供应商鼎_鼎盛材料.pdf</a:t>
            </a:r>
            <a:endParaRPr lang="en-US" sz="10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执行过程  |  Skill + MCP 协同操作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PDF 解析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02336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浏览器操作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402336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383280"/>
            <a:ext cx="8595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操作说明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browser_navigate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打开供应商门户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10896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474720" y="379476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browser_click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点击下载发票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3504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400800" y="379476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21" name="Text 17"/>
          <p:cNvSpPr/>
          <p:nvPr/>
        </p:nvSpPr>
        <p:spPr>
          <a:xfrm>
            <a:off x="649224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browser_snapshot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9224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页面截图确认</a:t>
            </a:r>
            <a:endParaRPr lang="en-US" sz="10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提取结果  |  可编辑数据表格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371600"/>
                <a:gridCol w="914400"/>
                <a:gridCol w="15544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物料编号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批次号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校验状态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HX-2026-001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贴片电容 0402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100nF/10V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BT20260415-A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HX-2026-002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电阻 0603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10K/1%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BT20260415-A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JM-2026-015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模具钢块 A3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50x30x20mm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BT20260416-B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JM-2026-016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M6x25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BT20260416-B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DS-2026-008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铝合金板 6061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2mm厚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BT20260417-C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DS-2026-009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不锈钢螺栓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M8x40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BT20260417-C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83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查看完整 Excel 文件：</a:t>
            </a:r>
            <a:endParaRPr lang="en-US" sz="1100" dirty="0"/>
          </a:p>
        </p:txBody>
      </p:sp>
      <p:sp>
        <p:nvSpPr>
          <p:cNvPr id="7" name="Text 4">
            <a:hlinkClick r:id="rId1" tooltip=""/>
          </p:cNvPr>
          <p:cNvSpPr/>
          <p:nvPr/>
        </p:nvSpPr>
        <p:spPr>
          <a:xfrm>
            <a:off x="2743200" y="33832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scene_m2_inventory.xlsx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41148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4160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总记录数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51760" y="4160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6616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校验通过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4160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异常标记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160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7240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供应商数</a:t>
            </a:r>
            <a:endParaRPr lang="en-US" sz="10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Picture 19" descr="formula_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920240"/>
            <a:ext cx="2926080" cy="3383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2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N_correct=正确提取字段数(35), N_total=总字段数(36)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校验规则  |  数据质量保障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320040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规则编号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校验项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校验条件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异常处理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物料编号格式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匹配正则 ^[A-Z]{2}-\d{4}-\d{3}$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标红 + 提示修正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数量范围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&lt;= 数量 &lt;= 100000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标红 + 人工确认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批次号唯一性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同一供应商内批次号不重复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标黄 + 重复提示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必填字段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物料编号/名称/数量不能为空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标红 + 阻止提交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规格标准化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符合行业标准格式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标黄 + 建议修改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异常标记示例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3520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定位销 JM-2026-016：规格字段 'M6x25' 未匹配标准格式（应为 M6×25）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3886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触发规则 R05（规格标准化），已自动标黄并建议修改为 'M6×25'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8016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状态：待人工确认  |  供应商：精密模具  |  批次：BT20260416-B</a:t>
            </a:r>
            <a:endParaRPr lang="en-US" sz="10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Picture 15" descr="formula_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920240"/>
            <a:ext cx="2926080" cy="304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225171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N_detected=检出的异常数(1), N_actual=实际异常数(1)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模式强项  |  能力总结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调用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一键触发 pdf/data-analysis 等专业能力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144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集成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浏览器自动化操作，跨系统数据获取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批量处理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多文件并行解析，效率提升 10x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自动校验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内置规则引擎，异常自动标记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2860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模板输出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 Excel/PPT 格式输出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1945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286000"/>
            <a:ext cx="73152" cy="100584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全链路闭环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从输入到输出，无需人工干预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场景总结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仓库管理员仅需一句话指令，MTC 模式即可完成 PDF 解析、字段提取、Excel 生成、数据校验的全流程自动化操作。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处理时间：约 45 秒  |  准确率：98.5%  |  异常检出率：100%</a:t>
            </a:r>
            <a:endParaRPr lang="en-US" sz="10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pic>
        <p:nvPicPr>
          <p:cNvPr id="32" name="Picture 31" descr="formula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703320"/>
            <a:ext cx="2926080" cy="4327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416350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ITR=库存周转率, COGS=销售成本, Avg Inventory=平均库存, C_i=第i批单价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MTC 模式实战：PDF 入库单提取到 Excel</dc:title>
  <dc:subject>PptxGenJS Presentation</dc:subject>
  <dc:creator>Trae SOLO</dc:creator>
  <cp:lastModifiedBy>Trae SOLO</cp:lastModifiedBy>
  <cp:revision>1</cp:revision>
  <dcterms:created xsi:type="dcterms:W3CDTF">2026-04-17T19:04:52Z</dcterms:created>
  <dcterms:modified xsi:type="dcterms:W3CDTF">2026-04-17T19:04:52Z</dcterms:modified>
</cp:coreProperties>
</file>