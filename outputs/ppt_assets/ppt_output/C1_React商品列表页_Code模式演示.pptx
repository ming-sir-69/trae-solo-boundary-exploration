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封面页：展示本次 Code 模式实战的主题——React 商品列表页开发。场景为互联网AI软件行业，角色为初级前端开发实习生。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目录页：本次演示分为4个步骤——需求分析、项目搭建、组件开发、预览验证。每一步都由 Trae SOLO 在 Code 模式下自动完成。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需求分析页：左侧展示技术栈选型（React + Tailwind CSS + Vite），右侧展示 Mock 数据结构（products.json 包含 12 件商品数据）。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执行过程页：展示 Trae SOLO 通过 Skill(web-dev) 自动生成 React 项目的完整过程，包括脚手架搭建、组件生成、Mock 数据加载和开发服务器启动。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代码产出页：展示 AI 自动生成的 ProductCard React 组件代码，使用 TypeScript + Tailwind CSS，支持商品图片、价格、标签展示。底部提供 products.json 数据源链接。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预览效果页：展示商品列表页在手机（1列）、平板（2列）、桌面（3列）三种设备上的响应式布局效果。Tailwind CSS 的断点系统自动适配不同屏幕尺寸。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能力总结页：本次演示中 Trae SOLO 使用了 6 种核心工具——Skill(web-dev) 脚手架搭建、Write 代码生成、Read 数据读取、RunCommand 服务器启动、Glob/Grep 文件搜索、Edit 代码修改。底部可点击播放提示音效。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audio" Target="../media/media-3-1.wav"/><Relationship Id="rId2" Type="http://schemas.microsoft.com/office/2007/relationships/media" Target="../media/media-3-1.wav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audio" Target="../media/media-4-2.wav"/><Relationship Id="rId3" Type="http://schemas.microsoft.com/office/2007/relationships/media" Target="../media/media-4-2.wav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../mock_data/mock_c1_products/products.json" TargetMode="External"/><Relationship Id="rId2" Type="http://schemas.openxmlformats.org/officeDocument/2006/relationships/audio" Target="../media/media-5-1.wav"/><Relationship Id="rId3" Type="http://schemas.microsoft.com/office/2007/relationships/media" Target="../media/media-5-1.wav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audio" Target="../media/media-6-1.wav"/><Relationship Id="rId2" Type="http://schemas.microsoft.com/office/2007/relationships/media" Target="../media/media-6-1.wav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audio" Target="../media/media-7-1.wav"/><Relationship Id="rId2" Type="http://schemas.microsoft.com/office/2007/relationships/media" Target="../media/media-7-1.wav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模式实战：React 商品列表页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互联网AI软件行业 / 初级前端开发实习生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技术栈选型与数据结构设计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6517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项目搭建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8892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Skill(web-dev) 自动生成脚手架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7548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组件开发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9204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 / SearchBar / Filter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8580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预览验证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9516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多端响应式布局预览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技术栈选型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组件框架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原子化样式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构建工具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数据结构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示例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无线蓝牙耳机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数码配件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string[]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["热销","新品"]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12 件商品，涵盖数码配件、电脑外设、智能穿戴、智能家居 4 个品类</a:t>
            </a:r>
            <a:endParaRPr lang="en-US" sz="11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执行过程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029200" cy="2834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0" y="10972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通过 Skill(web-dev) 自动生成项目结构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852160" y="19202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调用 Skill invoke: web-dev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自动创建 React + Tailwind 项目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生成 ProductCard / SearchBar / Filter 组件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加载 12 件 Mock 商品数据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启动 Dev Server 预览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411480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全程无需手动编写配置文件，AI 自动完成脚手架搭建与组件生成</a:t>
            </a:r>
            <a:endParaRPr lang="en-US" sz="11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代码产出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3200400"/>
          </a:xfrm>
          <a:prstGeom prst="roundRect">
            <a:avLst>
              <a:gd name="adj" fmla="val 4286"/>
            </a:avLst>
          </a:prstGeom>
          <a:solidFill>
            <a:srgbClr val="1A1A2E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2344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ProductCard.tsx - 商品卡片组件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Product 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number; name: string; price: number;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string; tags: string[];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ProductCard({ product }: { product: Product }) 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className="bg-white rounded-xl shadow-md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hover:shadow-lg transition p-4"&gt;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src={product.image} alt={product.name}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className="w-full h-40 object-cover rounded-lg" /&gt;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 className="text-lg font-bold mt-2"&gt;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{product.name}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&lt;/h3&gt;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 className="text-blue-600 font-semibold"&gt;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¥{product.price}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&lt;/p&gt;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className="flex gap-1 mt-2"&gt;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{product.tags.map(tag =&gt; (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&lt;span key={tag}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className="px-2 py-0.5 bg-blue-50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text-blue-600 text-xs rounded"&gt;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{tag}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&lt;/span&gt;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))}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6" name="Text 3">
            <a:hlinkClick r:id="rId1" tooltip=""/>
          </p:cNvPr>
          <p:cNvSpPr/>
          <p:nvPr/>
        </p:nvSpPr>
        <p:spPr>
          <a:xfrm>
            <a:off x="54864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 数据源: products.json</a:t>
            </a:r>
            <a:endParaRPr lang="en-US" sz="11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预览效果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响应式布局预览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1440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1554480"/>
            <a:ext cx="731520" cy="109728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2834640"/>
            <a:ext cx="731520" cy="109728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4114800"/>
            <a:ext cx="731520" cy="109728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1列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37160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554480"/>
            <a:ext cx="960120" cy="13258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1554480"/>
            <a:ext cx="960120" cy="13258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611880" y="3063240"/>
            <a:ext cx="960120" cy="13258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720" y="3063240"/>
            <a:ext cx="960120" cy="13258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平板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747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2列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3716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55080" y="1554480"/>
            <a:ext cx="1097280" cy="14630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7498080" y="1554480"/>
            <a:ext cx="1097280" cy="14630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8641080" y="1554480"/>
            <a:ext cx="1097280" cy="14630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179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3列</a:t>
            </a:r>
            <a:endParaRPr lang="en-US" sz="11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能力总结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Skill(web-dev)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自动脚手架搭建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83280" y="118872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832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8328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组件代码生成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18872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数据读取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RunCommand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启动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83280" y="2377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Glob/Grep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8328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文件搜索定位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377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代码修改优化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点击播放提示音效</a:t>
            </a:r>
            <a:endParaRPr lang="en-US" sz="11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42062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2026-04-17T19:04:09Z</dcterms:created>
  <dcterms:modified xsi:type="dcterms:W3CDTF">2026-04-17T19:04:09Z</dcterms:modified>
</cp:coreProperties>
</file>