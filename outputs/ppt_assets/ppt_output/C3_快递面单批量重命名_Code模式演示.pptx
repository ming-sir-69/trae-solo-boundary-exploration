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封面页：展示 Code 模式下快递面单批量重命名的实战场景。服务业/快递站点分拣员通过 Trae SOLO 的 Code 模式，自动识别面单信息并批量重命名文件。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目录页：展示快递面单批量重命名的四个步骤 - 面单分析、OCR识别、脚本编写、批量归档。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面单样本页：展示 Read 工具如何读取快递面单图片并通过 OCR 自动提取单号、收件人等关键信息。右侧展示重命名规则。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执行过程页：展示 Glob 工具如何使用通配符快速匹配 10 个面单图片文件，为后续 OCR 识别做准备。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脚本逻辑页：展示批量重命名 Python 脚本的核心逻辑，包括 OCR 提取、正则匹配和文件重命名。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执行结果页：展示批量重命名的处理日志表格，10 个文件全部成功重命名，效率从 1 小时缩短到 10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能力总结页：展示 Code 模式在快递面单批量重命名场景下的效率提升（6倍）和核心能力标签。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3-2.png"/><Relationship Id="rId3" Type="http://schemas.openxmlformats.org/officeDocument/2006/relationships/audio" Target="../media/media-3-3.wav"/><Relationship Id="rId4" Type="http://schemas.microsoft.com/office/2007/relationships/media" Target="../media/media-3-3.wav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audio" Target="../media/media-4-2.wav"/><Relationship Id="rId3" Type="http://schemas.microsoft.com/office/2007/relationships/media" Target="../media/media-4-2.wav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hyperlink" Target="../scenes/scene_c3_rename.py" TargetMode="External"/><Relationship Id="rId2" Type="http://schemas.openxmlformats.org/officeDocument/2006/relationships/audio" Target="../media/media-5-1.wav"/><Relationship Id="rId3" Type="http://schemas.microsoft.com/office/2007/relationships/media" Target="../media/media-5-1.wav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audio" Target="../media/media-6-1.wav"/><Relationship Id="rId2" Type="http://schemas.microsoft.com/office/2007/relationships/media" Target="../media/media-6-1.wav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audio" Target="../media/media-7-1.wav"/><Relationship Id="rId2" Type="http://schemas.microsoft.com/office/2007/relationships/media" Target="../media/media-7-1.wav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1371600"/>
            <a:ext cx="7680960" cy="2560320"/>
          </a:xfrm>
          <a:prstGeom prst="rect">
            <a:avLst>
              <a:gd name="adj" fmla="val 5357"/>
            </a:avLst>
          </a:prstGeom>
          <a:solidFill>
            <a:srgbClr val="0F172A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15544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模式实战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2103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快递面单批量重命名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97280" y="31089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服务业 / 快递站点分拣员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7280" y="3931920"/>
            <a:ext cx="1463040" cy="365760"/>
          </a:xfrm>
          <a:prstGeom prst="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931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场景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步完成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828800" cy="292608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548640" cy="457200"/>
          </a:xfrm>
          <a:prstGeom prst="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面单分析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Glob 工具扫描面单图片文件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1371600"/>
            <a:ext cx="1828800" cy="292608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0" y="1554480"/>
            <a:ext cx="548640" cy="457200"/>
          </a:xfrm>
          <a:prstGeom prst="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74320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识别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工具读取图片并提取面单信息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828800" cy="292608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554480"/>
            <a:ext cx="548640" cy="457200"/>
          </a:xfrm>
          <a:prstGeom prst="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84632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脚本编写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生成批量重命名 Python 脚本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1371600"/>
            <a:ext cx="1828800" cy="292608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1554480"/>
            <a:ext cx="548640" cy="457200"/>
          </a:xfrm>
          <a:prstGeom prst="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📁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94944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批量归档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944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执行脚本完成文件重命名与归档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面单样本与 OCR 识别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7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02920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3931920"/>
            <a:ext cx="5029200" cy="320040"/>
          </a:xfrm>
          <a:prstGeom prst="rect">
            <a:avLst/>
          </a:prstGeom>
          <a:solidFill>
            <a:srgbClr val="1E40AF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931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工具读取面单图片 → OCR 自动提取单号与收件人信息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1005840"/>
            <a:ext cx="3108960" cy="3200400"/>
          </a:xfrm>
          <a:prstGeom prst="rect">
            <a:avLst>
              <a:gd name="adj" fmla="val 2941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重命名规则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格式：{单号}_{日期}.jpg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示例：YT9283746502_20260418.jpg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提取字段：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快递单号（YT开头）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收件人姓名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收件人电话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寄件日期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389120"/>
            <a:ext cx="914400" cy="457200"/>
          </a:xfrm>
          <a:prstGeom prst="rect">
            <a:avLst/>
          </a:prstGeom>
        </p:spPr>
      </p:pic>
      <p:pic>
        <p:nvPicPr>
          <p:cNvPr id="5" name="Media 0">
            <a:hlinkClick r:id="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772400" y="4389120"/>
            <a:ext cx="9144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批量匹配文件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7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02920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3931920"/>
            <a:ext cx="5029200" cy="320040"/>
          </a:xfrm>
          <a:prstGeom prst="rect">
            <a:avLst/>
          </a:prstGeom>
          <a:solidFill>
            <a:srgbClr val="1E40AF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931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工具使用通配符匹配面单图片文件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1005840"/>
            <a:ext cx="3108960" cy="3200400"/>
          </a:xfrm>
          <a:prstGeom prst="rect">
            <a:avLst>
              <a:gd name="adj" fmla="val 2941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匹配说明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匹配模式：IMG_*.jpg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1901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扫描目录：./面单存档/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2157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匹配结果：10 个文件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24140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2670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工具能力：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0" y="29260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通配符模式匹配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0" y="3182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递归子目录搜索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0" y="34381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按修改时间排序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0" y="36941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支持多模式组合</a:t>
            </a:r>
            <a:endParaRPr lang="en-US" sz="10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72400" y="4389120"/>
            <a:ext cx="9144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批量重命名脚本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486400" cy="3474720"/>
          </a:xfrm>
          <a:prstGeom prst="rect">
            <a:avLst>
              <a:gd name="adj" fmla="val 2632"/>
            </a:avLst>
          </a:prstGeom>
          <a:solidFill>
            <a:srgbClr val="1A1A2E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solidFill>
            <a:srgbClr val="1E40A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24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scene_c3_rename.py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re, glob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61848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8196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extract_tracking(img_path):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2082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"""OCR 提取快递单号"""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22199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read_image(img_path)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42316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= re.search(r"YT\d{10}", result)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6243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match.group() if match else None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82549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02666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 in glob.glob("IMG_*.jpg"):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22783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tracking = extract_tracking(f)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tracking: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630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new_name = f"{tracking}_20260418.jpg"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83133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os.rename(f, new_name)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03250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print(f"✓ {f} → {new_name}")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2651760" cy="3474720"/>
          </a:xfrm>
          <a:prstGeom prst="rect">
            <a:avLst>
              <a:gd name="adj" fmla="val 3448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核心逻辑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Glob 扫描面单文件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 + OCR 提取单号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正则匹配 YT 开头单号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按规则拼接新文件名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os.rename 执行重命名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打印处理日志</a:t>
            </a:r>
            <a:endParaRPr lang="en-US" sz="1000" dirty="0"/>
          </a:p>
        </p:txBody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630936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查看完整脚本 →</a:t>
            </a:r>
            <a:endParaRPr lang="en-US" sz="9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72400" y="4389120"/>
            <a:ext cx="914400" cy="4572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执行结果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7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原文件名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新文件名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IMG_20260418_001.jpg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YT9283746502_20260418.jpg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IMG_20260418_002.jpg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YT7382910465_20260418.jpg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IMG_20260418_003.jpg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YT6194837250_20260418.jpg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IMG_20260418_004.jpg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YT5027384916_20260418.jpg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IMG_20260418_005.jpg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YT8475620193_20260418.jpg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IMG_20260418_006.jpg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YT3948271560_20260418.jpg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IMG_20260418_007.jpg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YT7261938405_20260418.jpg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IMG_20260418_008.jpg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YT5810392746_20260418.jpg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IMG_20260418_009.jpg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YT4602817395_20260418.jpg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IMG_20260418_010.jpg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YT9137485620_20260418.jpg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114800"/>
            <a:ext cx="841248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处理完成：10/10 文件重命名成功 | 耗时：约 10 分钟（原手动操作约 1 小时）</a:t>
            </a:r>
            <a:endParaRPr lang="en-US" sz="1200" dirty="0"/>
          </a:p>
        </p:txBody>
      </p:sp>
      <p:pic>
        <p:nvPicPr>
          <p:cNvPr id="3" name="Media 0">
            <a:hlinkClick r:id="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772400" y="4663440"/>
            <a:ext cx="91440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模式能力总结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2286000"/>
          </a:xfrm>
          <a:prstGeom prst="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效率对比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手动操作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474720" cy="320040"/>
          </a:xfrm>
          <a:prstGeom prst="rect">
            <a:avLst>
              <a:gd name="adj" fmla="val 14286"/>
            </a:avLst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11680"/>
            <a:ext cx="3474720" cy="320040"/>
          </a:xfrm>
          <a:prstGeom prst="rect">
            <a:avLst>
              <a:gd name="adj" fmla="val 14286"/>
            </a:avLst>
          </a:prstGeom>
          <a:solidFill>
            <a:srgbClr val="EF4444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1 小时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474720" cy="320040"/>
          </a:xfrm>
          <a:prstGeom prst="rect">
            <a:avLst>
              <a:gd name="adj" fmla="val 14286"/>
            </a:avLst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743200"/>
            <a:ext cx="576072" cy="320040"/>
          </a:xfrm>
          <a:prstGeom prst="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10 分钟（提升 6x）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023360" cy="2286000"/>
          </a:xfrm>
          <a:prstGeom prst="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1737360"/>
            <a:ext cx="1737360" cy="365760"/>
          </a:xfrm>
          <a:prstGeom prst="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文件匹配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737360"/>
            <a:ext cx="1737360" cy="365760"/>
          </a:xfrm>
          <a:prstGeom prst="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图片读取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240280"/>
            <a:ext cx="1737360" cy="365760"/>
          </a:xfrm>
          <a:prstGeom prst="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文字识别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2240280"/>
            <a:ext cx="1737360" cy="365760"/>
          </a:xfrm>
          <a:prstGeom prst="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脚本生成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743200"/>
            <a:ext cx="1737360" cy="365760"/>
          </a:xfrm>
          <a:prstGeom prst="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批量文件操作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8412480" cy="9144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模式适合：需要精确控制执行流程、编写自定义脚本、处理大量重复性文件操作的任务场景。</a:t>
            </a:r>
            <a:endParaRPr lang="en-US" sz="1300" dirty="0"/>
          </a:p>
        </p:txBody>
      </p:sp>
      <p:pic>
        <p:nvPicPr>
          <p:cNvPr id="3" name="Media 0">
            <a:hlinkClick r:id="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772400" y="4754880"/>
            <a:ext cx="9144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模式实战：快递面单批量重命名</dc:title>
  <dc:subject>PptxGenJS Presentation</dc:subject>
  <dc:creator>Trae SOLO</dc:creator>
  <cp:lastModifiedBy>Trae SOLO</cp:lastModifiedBy>
  <cp:revision>1</cp:revision>
  <dcterms:created xsi:type="dcterms:W3CDTF">2026-04-17T19:03:37Z</dcterms:created>
  <dcterms:modified xsi:type="dcterms:W3CDTF">2026-04-17T19:03:37Z</dcterms:modified>
</cp:coreProperties>
</file>